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 SemiBold"/>
      <p:regular r:id="rId16"/>
      <p:bold r:id="rId17"/>
      <p:italic r:id="rId18"/>
      <p:boldItalic r:id="rId19"/>
    </p:embeddedFont>
    <p:embeddedFont>
      <p:font typeface="Raleway"/>
      <p:regular r:id="rId20"/>
      <p:bold r:id="rId21"/>
      <p:italic r:id="rId22"/>
      <p:boldItalic r:id="rId23"/>
    </p:embeddedFont>
    <p:embeddedFont>
      <p:font typeface="Barlow Light"/>
      <p:regular r:id="rId24"/>
      <p:bold r:id="rId25"/>
      <p:italic r:id="rId26"/>
      <p:boldItalic r:id="rId27"/>
    </p:embeddedFont>
    <p:embeddedFont>
      <p:font typeface="Barlow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429F2B-70F7-4FC4-B049-2B6B6ED83E9E}">
  <a:tblStyle styleId="{4D429F2B-70F7-4FC4-B049-2B6B6ED83E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BarlowLight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Light-italic.fntdata"/><Relationship Id="rId25" Type="http://schemas.openxmlformats.org/officeDocument/2006/relationships/font" Target="fonts/BarlowLight-bold.fntdata"/><Relationship Id="rId28" Type="http://schemas.openxmlformats.org/officeDocument/2006/relationships/font" Target="fonts/Barlow-regular.fntdata"/><Relationship Id="rId27" Type="http://schemas.openxmlformats.org/officeDocument/2006/relationships/font" Target="fonts/Barlow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-boldItalic.fntdata"/><Relationship Id="rId30" Type="http://schemas.openxmlformats.org/officeDocument/2006/relationships/font" Target="fonts/Barlow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SemiBold-bold.fntdata"/><Relationship Id="rId16" Type="http://schemas.openxmlformats.org/officeDocument/2006/relationships/font" Target="fonts/RalewaySemiBold-regular.fntdata"/><Relationship Id="rId19" Type="http://schemas.openxmlformats.org/officeDocument/2006/relationships/font" Target="fonts/RalewaySemiBold-boldItalic.fntdata"/><Relationship Id="rId18" Type="http://schemas.openxmlformats.org/officeDocument/2006/relationships/font" Target="fonts/Raleway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1b700cf59b_4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1b700cf59b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1b700cf59b_4_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1b700cf59b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1b700cf59b_5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1b700cf59b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indent="-431800" lvl="1" marL="914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indent="-431800" lvl="2" marL="1371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indent="-431800" lvl="3" marL="1828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indent="-431800" lvl="4" marL="2286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indent="-431800" lvl="5" marL="2743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indent="-431800" lvl="6" marL="3200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indent="-431800" lvl="7" marL="3657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indent="-431800" lvl="8" marL="4114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sz="86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jpg"/><Relationship Id="rId6" Type="http://schemas.openxmlformats.org/officeDocument/2006/relationships/image" Target="../media/image8.jpg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2"/>
          <p:cNvGrpSpPr/>
          <p:nvPr/>
        </p:nvGrpSpPr>
        <p:grpSpPr>
          <a:xfrm>
            <a:off x="6320752" y="2130471"/>
            <a:ext cx="2642707" cy="2430589"/>
            <a:chOff x="5122427" y="668001"/>
            <a:chExt cx="3841143" cy="3893303"/>
          </a:xfrm>
        </p:grpSpPr>
        <p:grpSp>
          <p:nvGrpSpPr>
            <p:cNvPr id="64" name="Google Shape;64;p12"/>
            <p:cNvGrpSpPr/>
            <p:nvPr/>
          </p:nvGrpSpPr>
          <p:grpSpPr>
            <a:xfrm>
              <a:off x="5144045" y="893590"/>
              <a:ext cx="2835621" cy="2964311"/>
              <a:chOff x="3860721" y="1330073"/>
              <a:chExt cx="3546743" cy="3707706"/>
            </a:xfrm>
          </p:grpSpPr>
          <p:sp>
            <p:nvSpPr>
              <p:cNvPr id="65" name="Google Shape;65;p12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2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2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2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2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2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2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2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2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2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2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2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2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2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2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2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2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2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2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2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2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2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2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2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2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2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2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2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2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2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2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2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2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2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2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2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2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2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2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2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2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2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2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2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2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2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2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2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2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2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2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2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2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2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2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2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2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2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2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2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2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2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2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2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2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2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2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2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2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2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2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2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2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2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2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2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2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2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2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2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2"/>
              <p:cNvSpPr/>
              <p:nvPr/>
            </p:nvSpPr>
            <p:spPr>
              <a:xfrm>
                <a:off x="5539517" y="3897827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12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2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2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2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12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2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2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2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2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2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2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2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2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2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2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2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2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2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2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2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" name="Google Shape;172;p12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2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2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2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2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2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2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2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2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2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2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3" name="Google Shape;203;p12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204" name="Google Shape;204;p12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2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2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2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2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2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2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2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2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2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2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2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222" name="Google Shape;222;p12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2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2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12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2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2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2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2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2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2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2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2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2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12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12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12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2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2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2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12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12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12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2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2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" name="Google Shape;253;p12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2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2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2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2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2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2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2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2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2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2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2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2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2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2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2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2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2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12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90" name="Google Shape;290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5" name="Google Shape;295;p12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96" name="Google Shape;296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1" name="Google Shape;301;p12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3" name="Google Shape;303;p12"/>
            <p:cNvGrpSpPr/>
            <p:nvPr/>
          </p:nvGrpSpPr>
          <p:grpSpPr>
            <a:xfrm flipH="1">
              <a:off x="8183210" y="2407472"/>
              <a:ext cx="780360" cy="1195999"/>
              <a:chOff x="3975528" y="3303922"/>
              <a:chExt cx="780360" cy="1195999"/>
            </a:xfrm>
          </p:grpSpPr>
          <p:sp>
            <p:nvSpPr>
              <p:cNvPr id="304" name="Google Shape;304;p12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2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2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2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2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2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2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2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2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2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2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2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2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2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2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2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2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2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2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2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2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2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2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2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30" name="Google Shape;330;p12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331" name="Google Shape;331;p12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2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12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12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2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6" name="Google Shape;336;p12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2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8" name="Google Shape;338;p12"/>
          <p:cNvSpPr txBox="1"/>
          <p:nvPr>
            <p:ph type="ctrTitle"/>
          </p:nvPr>
        </p:nvSpPr>
        <p:spPr>
          <a:xfrm>
            <a:off x="743150" y="327700"/>
            <a:ext cx="6357900" cy="208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Multi Lingual </a:t>
            </a: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Sign </a:t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Language Interpreter</a:t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 txBox="1"/>
          <p:nvPr/>
        </p:nvSpPr>
        <p:spPr>
          <a:xfrm>
            <a:off x="834500" y="3672125"/>
            <a:ext cx="2971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17. Atharv Mali    (12110714 )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18. Shubham Mali (12110360)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20.Gitesh Mane (12110610)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21. Pratik Masani (12111038)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743150" y="2130475"/>
            <a:ext cx="617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EnTC C Batch 1 (Gp. 5)                             Date: 14/03/2023 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743150" y="2901300"/>
            <a:ext cx="23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Guide : Puja Cholke Ma’am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342" name="Google Shape;34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2925" y="43500"/>
            <a:ext cx="1471075" cy="14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2"/>
          <p:cNvSpPr txBox="1"/>
          <p:nvPr/>
        </p:nvSpPr>
        <p:spPr>
          <a:xfrm>
            <a:off x="3413325" y="2901300"/>
            <a:ext cx="190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OPP Course Project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m</a:t>
            </a: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id semester review 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"/>
          <p:cNvSpPr txBox="1"/>
          <p:nvPr>
            <p:ph type="ctrTitle"/>
          </p:nvPr>
        </p:nvSpPr>
        <p:spPr>
          <a:xfrm>
            <a:off x="271650" y="199850"/>
            <a:ext cx="4962600" cy="107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</a:t>
            </a:r>
            <a:endParaRPr/>
          </a:p>
        </p:txBody>
      </p:sp>
      <p:sp>
        <p:nvSpPr>
          <p:cNvPr id="349" name="Google Shape;349;p13"/>
          <p:cNvSpPr txBox="1"/>
          <p:nvPr/>
        </p:nvSpPr>
        <p:spPr>
          <a:xfrm>
            <a:off x="271650" y="1563500"/>
            <a:ext cx="71226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Barlow"/>
                <a:ea typeface="Barlow"/>
                <a:cs typeface="Barlow"/>
                <a:sym typeface="Barlow"/>
              </a:rPr>
              <a:t>What is Sign language ?</a:t>
            </a:r>
            <a:endParaRPr b="1" sz="2000"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Barlow Light"/>
              <a:buChar char="●"/>
            </a:pPr>
            <a:r>
              <a:rPr lang="en" sz="2000">
                <a:latin typeface="Barlow Light"/>
                <a:ea typeface="Barlow Light"/>
                <a:cs typeface="Barlow Light"/>
                <a:sym typeface="Barlow Light"/>
              </a:rPr>
              <a:t>Indian Sign Language has predominantly used sign language in South Asia. </a:t>
            </a:r>
            <a:endParaRPr sz="20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Barlow Light"/>
              <a:buChar char="●"/>
            </a:pPr>
            <a:r>
              <a:rPr lang="en" sz="2000">
                <a:latin typeface="Barlow Light"/>
                <a:ea typeface="Barlow Light"/>
                <a:cs typeface="Barlow Light"/>
                <a:sym typeface="Barlow Light"/>
              </a:rPr>
              <a:t>As we know that most deaf people in India tend to use sign language but still, it is not widely used for teaching purposes in schools.</a:t>
            </a:r>
            <a:endParaRPr sz="20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Barlow Light"/>
              <a:buChar char="●"/>
            </a:pPr>
            <a:r>
              <a:rPr lang="en" sz="2000">
                <a:latin typeface="Barlow Light"/>
                <a:ea typeface="Barlow Light"/>
                <a:cs typeface="Barlow Light"/>
                <a:sym typeface="Barlow Light"/>
              </a:rPr>
              <a:t> In this project will will try to detect sign language and convert it into the multiple different languages.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350" name="Google Shape;35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9650" y="0"/>
            <a:ext cx="2364350" cy="282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 txBox="1"/>
          <p:nvPr>
            <p:ph idx="4294967295" type="ctrTitle"/>
          </p:nvPr>
        </p:nvSpPr>
        <p:spPr>
          <a:xfrm>
            <a:off x="-50" y="47053"/>
            <a:ext cx="7535400" cy="110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Literature</a:t>
            </a:r>
            <a:r>
              <a:rPr lang="en" sz="3600"/>
              <a:t> Survey</a:t>
            </a:r>
            <a:endParaRPr sz="3600"/>
          </a:p>
        </p:txBody>
      </p:sp>
      <p:sp>
        <p:nvSpPr>
          <p:cNvPr id="356" name="Google Shape;356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7" name="Google Shape;357;p14"/>
          <p:cNvGrpSpPr/>
          <p:nvPr/>
        </p:nvGrpSpPr>
        <p:grpSpPr>
          <a:xfrm>
            <a:off x="8082327" y="2431685"/>
            <a:ext cx="885996" cy="2673675"/>
            <a:chOff x="5678143" y="1151382"/>
            <a:chExt cx="345795" cy="1043508"/>
          </a:xfrm>
        </p:grpSpPr>
        <p:sp>
          <p:nvSpPr>
            <p:cNvPr id="358" name="Google Shape;358;p14"/>
            <p:cNvSpPr/>
            <p:nvPr/>
          </p:nvSpPr>
          <p:spPr>
            <a:xfrm>
              <a:off x="5678143" y="1995246"/>
              <a:ext cx="345795" cy="199644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5781662" y="1153715"/>
              <a:ext cx="174078" cy="254926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5776639" y="1337053"/>
              <a:ext cx="32518" cy="18836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5795186" y="1151382"/>
              <a:ext cx="83137" cy="102663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5811517" y="1263498"/>
              <a:ext cx="102898" cy="115088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5781607" y="1300507"/>
              <a:ext cx="149918" cy="172167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5808246" y="1159602"/>
              <a:ext cx="110823" cy="136345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>
              <a:off x="5812703" y="1158869"/>
              <a:ext cx="110779" cy="104694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5898276" y="1323720"/>
              <a:ext cx="74471" cy="246223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5831068" y="2061801"/>
              <a:ext cx="86995" cy="66513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5831514" y="2082973"/>
              <a:ext cx="86563" cy="44990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764925" y="2047104"/>
              <a:ext cx="79862" cy="61873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5764880" y="2067438"/>
              <a:ext cx="79629" cy="41383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5777722" y="1472916"/>
              <a:ext cx="170454" cy="59556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5770564" y="1458904"/>
              <a:ext cx="181538" cy="396087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895126" y="1321170"/>
              <a:ext cx="61010" cy="76023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5777141" y="1300603"/>
              <a:ext cx="50825" cy="53396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75" name="Google Shape;375;p14"/>
          <p:cNvGraphicFramePr/>
          <p:nvPr/>
        </p:nvGraphicFramePr>
        <p:xfrm>
          <a:off x="-50" y="450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{4D429F2B-70F7-4FC4-B049-2B6B6ED83E9E}</a:tableStyleId>
              </a:tblPr>
              <a:tblGrid>
                <a:gridCol w="3816975"/>
                <a:gridCol w="2156425"/>
                <a:gridCol w="2156425"/>
              </a:tblGrid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Author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Methodology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67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Real Time Sign Language Detection. International Journal for Modern Trends in Science and Technology. 8. 32-37. 10.46501/IJMTST0801006.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Pathak, Aman &amp; Kumar|priyam|priyanshu, Avinash &amp; Chugh, Gupta|gunjan &amp; Ijmtst, Editor. (2022).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Convolutional Neural Network (ConvNet/CNN)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TensorFlow,Object Detection API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New Data Glove Approach for Malaysian Sign Language Detection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Ahmad Zaki Shukor, Muhammad Fahmi Miskon, Muhammad Herman Jamaluddin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data-glove  approach used.The data glove is outlined with ten flex sensors,accelerometer,tilt sensors.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Translation of Gesture-Based Static Sign Language to Text and Speech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Sabitha Gauni* , Ankit Bastia, B Sohan Kumar, Prakhar Soni, and Vineeth Pydi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CNN used. A CNN architecture contains a convolutional layer, a max-pooling layer, also, a fully connected dense layer/hidden layer.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</a:t>
            </a:r>
            <a:r>
              <a:rPr lang="en"/>
              <a:t>Statement</a:t>
            </a:r>
            <a:endParaRPr/>
          </a:p>
        </p:txBody>
      </p:sp>
      <p:sp>
        <p:nvSpPr>
          <p:cNvPr id="381" name="Google Shape;381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2" name="Google Shape;382;p15"/>
          <p:cNvGrpSpPr/>
          <p:nvPr/>
        </p:nvGrpSpPr>
        <p:grpSpPr>
          <a:xfrm>
            <a:off x="6056647" y="380988"/>
            <a:ext cx="2706354" cy="1604434"/>
            <a:chOff x="6986665" y="3298709"/>
            <a:chExt cx="1817809" cy="1077669"/>
          </a:xfrm>
        </p:grpSpPr>
        <p:sp>
          <p:nvSpPr>
            <p:cNvPr id="383" name="Google Shape;383;p15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5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" name="Google Shape;409;p15"/>
          <p:cNvSpPr txBox="1"/>
          <p:nvPr/>
        </p:nvSpPr>
        <p:spPr>
          <a:xfrm>
            <a:off x="958500" y="1553425"/>
            <a:ext cx="427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Light"/>
                <a:ea typeface="Barlow Light"/>
                <a:cs typeface="Barlow Light"/>
                <a:sym typeface="Barlow Light"/>
              </a:rPr>
              <a:t>To reduce Communication Gap between deaf and normal population</a:t>
            </a:r>
            <a:endParaRPr sz="1800"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1036250" y="2575450"/>
            <a:ext cx="402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E2E2E"/>
                </a:solidFill>
                <a:latin typeface="Georgia"/>
                <a:ea typeface="Georgia"/>
                <a:cs typeface="Georgia"/>
                <a:sym typeface="Georgia"/>
              </a:rPr>
              <a:t>Sign language recognition would help break down the barriers for sign language users in society.</a:t>
            </a:r>
            <a:endParaRPr sz="1800"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"/>
          <p:cNvSpPr txBox="1"/>
          <p:nvPr>
            <p:ph type="title"/>
          </p:nvPr>
        </p:nvSpPr>
        <p:spPr>
          <a:xfrm>
            <a:off x="457200" y="50275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Objectives </a:t>
            </a:r>
            <a:endParaRPr sz="4400"/>
          </a:p>
        </p:txBody>
      </p:sp>
      <p:sp>
        <p:nvSpPr>
          <p:cNvPr id="416" name="Google Shape;416;p16"/>
          <p:cNvSpPr txBox="1"/>
          <p:nvPr>
            <p:ph idx="1" type="body"/>
          </p:nvPr>
        </p:nvSpPr>
        <p:spPr>
          <a:xfrm>
            <a:off x="598250" y="1393950"/>
            <a:ext cx="6783300" cy="30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To make an easy to access application that can be used to easily interpret all the different sign languages which makes it easy to communicate with the specially abled.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After the </a:t>
            </a:r>
            <a:r>
              <a:rPr lang="en"/>
              <a:t>literature review we have analyze that in the currently available models there are no multi language translator available but we plan to make a multi language translator using google APIs.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For Example: when the sign language is interpreted it translates it and will be available to us in multiple language according to our need.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"/>
          <p:cNvSpPr txBox="1"/>
          <p:nvPr>
            <p:ph idx="2" type="body"/>
          </p:nvPr>
        </p:nvSpPr>
        <p:spPr>
          <a:xfrm>
            <a:off x="9747803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 used</a:t>
            </a:r>
            <a:endParaRPr/>
          </a:p>
        </p:txBody>
      </p:sp>
      <p:sp>
        <p:nvSpPr>
          <p:cNvPr id="424" name="Google Shape;424;p17"/>
          <p:cNvSpPr txBox="1"/>
          <p:nvPr>
            <p:ph idx="1" type="body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Java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Tensorflow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Python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Opencv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Mediapipe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Android</a:t>
            </a:r>
            <a:r>
              <a:rPr lang="en"/>
              <a:t> studio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6" name="Google Shape;426;p17"/>
          <p:cNvPicPr preferRelativeResize="0"/>
          <p:nvPr/>
        </p:nvPicPr>
        <p:blipFill rotWithShape="1">
          <a:blip r:embed="rId3">
            <a:alphaModFix/>
          </a:blip>
          <a:srcRect b="8197" l="-1957" r="0" t="0"/>
          <a:stretch/>
        </p:blipFill>
        <p:spPr>
          <a:xfrm rot="24">
            <a:off x="4780328" y="3361445"/>
            <a:ext cx="1942269" cy="111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1850" y="2709050"/>
            <a:ext cx="96202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2050" y="2152750"/>
            <a:ext cx="113347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60688" y="990950"/>
            <a:ext cx="11334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">
            <a:off x="4276899" y="1337502"/>
            <a:ext cx="1370725" cy="1699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 txBox="1"/>
          <p:nvPr>
            <p:ph type="ctrTitle"/>
          </p:nvPr>
        </p:nvSpPr>
        <p:spPr>
          <a:xfrm>
            <a:off x="838125" y="237875"/>
            <a:ext cx="46767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Flow</a:t>
            </a:r>
            <a:endParaRPr/>
          </a:p>
        </p:txBody>
      </p:sp>
      <p:sp>
        <p:nvSpPr>
          <p:cNvPr id="436" name="Google Shape;436;p18"/>
          <p:cNvSpPr txBox="1"/>
          <p:nvPr/>
        </p:nvSpPr>
        <p:spPr>
          <a:xfrm>
            <a:off x="0" y="1866900"/>
            <a:ext cx="609600" cy="14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b="1" sz="3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37" name="Google Shape;437;p18"/>
          <p:cNvGrpSpPr/>
          <p:nvPr/>
        </p:nvGrpSpPr>
        <p:grpSpPr>
          <a:xfrm>
            <a:off x="5435079" y="912423"/>
            <a:ext cx="3239723" cy="3318665"/>
            <a:chOff x="2270525" y="117216"/>
            <a:chExt cx="4650765" cy="4762722"/>
          </a:xfrm>
        </p:grpSpPr>
        <p:sp>
          <p:nvSpPr>
            <p:cNvPr id="438" name="Google Shape;438;p18"/>
            <p:cNvSpPr/>
            <p:nvPr/>
          </p:nvSpPr>
          <p:spPr>
            <a:xfrm>
              <a:off x="2270525" y="2788917"/>
              <a:ext cx="1367464" cy="791146"/>
            </a:xfrm>
            <a:custGeom>
              <a:rect b="b" l="l" r="r" t="t"/>
              <a:pathLst>
                <a:path extrusionOk="0" h="791146" w="1367464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2565006" y="2921600"/>
              <a:ext cx="762723" cy="441198"/>
            </a:xfrm>
            <a:custGeom>
              <a:rect b="b" l="l" r="r" t="t"/>
              <a:pathLst>
                <a:path extrusionOk="0" h="441198" w="762723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2834012" y="3000943"/>
              <a:ext cx="217486" cy="125920"/>
            </a:xfrm>
            <a:custGeom>
              <a:rect b="b" l="l" r="r" t="t"/>
              <a:pathLst>
                <a:path extrusionOk="0" h="125920" w="217486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2841806" y="2229228"/>
              <a:ext cx="209121" cy="823531"/>
            </a:xfrm>
            <a:custGeom>
              <a:rect b="b" l="l" r="r" t="t"/>
              <a:pathLst>
                <a:path extrusionOk="0" h="823531" w="209121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2831826" y="2112223"/>
              <a:ext cx="249895" cy="580777"/>
            </a:xfrm>
            <a:custGeom>
              <a:rect b="b" l="l" r="r" t="t"/>
              <a:pathLst>
                <a:path extrusionOk="0" h="580777" w="249895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2373659" y="1582290"/>
              <a:ext cx="397711" cy="625506"/>
            </a:xfrm>
            <a:custGeom>
              <a:rect b="b" l="l" r="r" t="t"/>
              <a:pathLst>
                <a:path extrusionOk="0" h="625506" w="397711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3144177" y="1582290"/>
              <a:ext cx="397710" cy="625506"/>
            </a:xfrm>
            <a:custGeom>
              <a:rect b="b" l="l" r="r" t="t"/>
              <a:pathLst>
                <a:path extrusionOk="0" h="625506" w="39771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2815951" y="2102641"/>
              <a:ext cx="276610" cy="160020"/>
            </a:xfrm>
            <a:custGeom>
              <a:rect b="b" l="l" r="r" t="t"/>
              <a:pathLst>
                <a:path extrusionOk="0" h="160020" w="27661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2744565" y="2030632"/>
              <a:ext cx="418908" cy="74675"/>
            </a:xfrm>
            <a:custGeom>
              <a:rect b="b" l="l" r="r" t="t"/>
              <a:pathLst>
                <a:path extrusionOk="0" h="74675" w="418908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2744565" y="1981197"/>
              <a:ext cx="419383" cy="242697"/>
            </a:xfrm>
            <a:custGeom>
              <a:rect b="b" l="l" r="r" t="t"/>
              <a:pathLst>
                <a:path extrusionOk="0" h="242697" w="419383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2697703" y="1845275"/>
              <a:ext cx="511777" cy="296036"/>
            </a:xfrm>
            <a:custGeom>
              <a:rect b="b" l="l" r="r" t="t"/>
              <a:pathLst>
                <a:path extrusionOk="0" h="296036" w="511777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2681484" y="530635"/>
              <a:ext cx="548516" cy="1538895"/>
            </a:xfrm>
            <a:custGeom>
              <a:rect b="b" l="l" r="r" t="t"/>
              <a:pathLst>
                <a:path extrusionOk="0" h="1538895" w="548516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2858251" y="1222531"/>
              <a:ext cx="193342" cy="193738"/>
            </a:xfrm>
            <a:custGeom>
              <a:rect b="b" l="l" r="r" t="t"/>
              <a:pathLst>
                <a:path extrusionOk="0" h="193738" w="193342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2844088" y="1208338"/>
              <a:ext cx="221668" cy="222122"/>
            </a:xfrm>
            <a:custGeom>
              <a:rect b="b" l="l" r="r" t="t"/>
              <a:pathLst>
                <a:path extrusionOk="0" h="222122" w="221668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2858251" y="937733"/>
              <a:ext cx="193342" cy="193738"/>
            </a:xfrm>
            <a:custGeom>
              <a:rect b="b" l="l" r="r" t="t"/>
              <a:pathLst>
                <a:path extrusionOk="0" h="193738" w="193342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2843898" y="923636"/>
              <a:ext cx="221858" cy="222313"/>
            </a:xfrm>
            <a:custGeom>
              <a:rect b="b" l="l" r="r" t="t"/>
              <a:pathLst>
                <a:path extrusionOk="0" h="222313" w="221858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2680593" y="1921189"/>
              <a:ext cx="549324" cy="167997"/>
            </a:xfrm>
            <a:custGeom>
              <a:rect b="b" l="l" r="r" t="t"/>
              <a:pathLst>
                <a:path extrusionOk="0" h="167997" w="549324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2680308" y="1976244"/>
              <a:ext cx="548753" cy="165782"/>
            </a:xfrm>
            <a:custGeom>
              <a:rect b="b" l="l" r="r" t="t"/>
              <a:pathLst>
                <a:path extrusionOk="0" h="165782" w="548753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2683349" y="1877470"/>
              <a:ext cx="542765" cy="158087"/>
            </a:xfrm>
            <a:custGeom>
              <a:rect b="b" l="l" r="r" t="t"/>
              <a:pathLst>
                <a:path extrusionOk="0" h="158087" w="542765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2829449" y="530444"/>
              <a:ext cx="249519" cy="126863"/>
            </a:xfrm>
            <a:custGeom>
              <a:rect b="b" l="l" r="r" t="t"/>
              <a:pathLst>
                <a:path extrusionOk="0" h="126863" w="249519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2934010" y="1583052"/>
              <a:ext cx="47432" cy="623982"/>
            </a:xfrm>
            <a:custGeom>
              <a:rect b="b" l="l" r="r" t="t"/>
              <a:pathLst>
                <a:path extrusionOk="0" h="623982" w="47432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9" name="Google Shape;459;p18"/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460" name="Google Shape;460;p18"/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rect b="b" l="l" r="r" t="t"/>
                <a:pathLst>
                  <a:path extrusionOk="0" h="630910" w="1090544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8"/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rect b="b" l="l" r="r" t="t"/>
                <a:pathLst>
                  <a:path extrusionOk="0" h="630901" w="1090601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8"/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rect b="b" l="l" r="r" t="t"/>
                <a:pathLst>
                  <a:path extrusionOk="0" h="21050" w="32128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8"/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rect b="b" l="l" r="r" t="t"/>
                <a:pathLst>
                  <a:path extrusionOk="0" h="21431" w="32984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8"/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rect b="b" l="l" r="r" t="t"/>
                <a:pathLst>
                  <a:path extrusionOk="0" h="630949" w="1090601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8"/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rect b="b" l="l" r="r" t="t"/>
                <a:pathLst>
                  <a:path extrusionOk="0" h="687514" w="779547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8"/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rect b="b" l="l" r="r" t="t"/>
                <a:pathLst>
                  <a:path extrusionOk="0" h="36004" w="30322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8"/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rect b="b" l="l" r="r" t="t"/>
                <a:pathLst>
                  <a:path extrusionOk="0" h="688466" w="781258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8"/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rect b="b" l="l" r="r" t="t"/>
                <a:pathLst>
                  <a:path extrusionOk="0" h="3884751" w="2859545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8"/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rect b="b" l="l" r="r" t="t"/>
                <a:pathLst>
                  <a:path extrusionOk="0" h="106965" w="30132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8"/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rect b="b" l="l" r="r" t="t"/>
                <a:pathLst>
                  <a:path extrusionOk="0" h="31155" w="72337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18"/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rect b="b" l="l" r="r" t="t"/>
                <a:pathLst>
                  <a:path extrusionOk="0" h="3884558" w="2859165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18"/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rect b="b" l="l" r="r" t="t"/>
                <a:pathLst>
                  <a:path extrusionOk="0" h="3884554" w="285926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18"/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rect b="b" l="l" r="r" t="t"/>
                <a:pathLst>
                  <a:path extrusionOk="0" h="3702480" w="2788159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18"/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rect b="b" l="l" r="r" t="t"/>
                <a:pathLst>
                  <a:path extrusionOk="0" h="618313" w="919754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18"/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rect b="b" l="l" r="r" t="t"/>
                <a:pathLst>
                  <a:path extrusionOk="0" h="451951" w="686298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18"/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rect b="b" l="l" r="r" t="t"/>
                <a:pathLst>
                  <a:path extrusionOk="0" h="451759" w="686488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8"/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rect b="b" l="l" r="r" t="t"/>
                <a:pathLst>
                  <a:path extrusionOk="0" h="379997" w="562156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18"/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rect b="b" l="l" r="r" t="t"/>
                <a:pathLst>
                  <a:path extrusionOk="0" h="618340" w="919754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18"/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rect b="b" l="l" r="r" t="t"/>
                <a:pathLst>
                  <a:path extrusionOk="0" h="451519" w="686488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18"/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rect b="b" l="l" r="r" t="t"/>
                <a:pathLst>
                  <a:path extrusionOk="0" h="451826" w="686488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18"/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rect b="b" l="l" r="r" t="t"/>
                <a:pathLst>
                  <a:path extrusionOk="0" h="379920" w="562156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rect b="b" l="l" r="r" t="t"/>
                <a:pathLst>
                  <a:path extrusionOk="0" h="1162368" w="1250451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18"/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rect b="b" l="l" r="r" t="t"/>
                <a:pathLst>
                  <a:path extrusionOk="0" h="1029375" w="882682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18"/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rect b="b" l="l" r="r" t="t"/>
                <a:pathLst>
                  <a:path extrusionOk="0" h="1106424" w="1250451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18"/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rect b="b" l="l" r="r" t="t"/>
                <a:pathLst>
                  <a:path extrusionOk="0" h="678751" w="9505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18"/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rect b="b" l="l" r="r" t="t"/>
                <a:pathLst>
                  <a:path extrusionOk="0" h="470725" w="9505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18"/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rect b="b" l="l" r="r" t="t"/>
                <a:pathLst>
                  <a:path extrusionOk="0" h="479359" w="1250451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cap="flat" cmpd="sng" w="14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18"/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rect b="b" l="l" r="r" t="t"/>
                <a:pathLst>
                  <a:path extrusionOk="0" h="83629" w="48097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rect b="b" l="l" r="r" t="t"/>
                <a:pathLst>
                  <a:path extrusionOk="0" h="83917" w="48263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18"/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rect b="b" l="l" r="r" t="t"/>
                <a:pathLst>
                  <a:path extrusionOk="0" h="83917" w="48263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18"/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rect b="b" l="l" r="r" t="t"/>
                <a:pathLst>
                  <a:path extrusionOk="0" h="83629" w="48097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18"/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rect b="b" l="l" r="r" t="t"/>
                <a:pathLst>
                  <a:path extrusionOk="0" h="316778" w="78705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8"/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rect b="b" l="l" r="r" t="t"/>
                <a:pathLst>
                  <a:path extrusionOk="0" h="573928" w="7842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8"/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rect b="b" l="l" r="r" t="t"/>
                <a:pathLst>
                  <a:path extrusionOk="0" h="524860" w="7842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18"/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rect b="b" l="l" r="r" t="t"/>
                <a:pathLst>
                  <a:path extrusionOk="0" h="446687" w="7842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18"/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rect b="b" l="l" r="r" t="t"/>
                <a:pathLst>
                  <a:path extrusionOk="0" h="255777" w="78325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18"/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rect b="b" l="l" r="r" t="t"/>
                <a:pathLst>
                  <a:path extrusionOk="0" h="703833" w="7842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18"/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rect b="b" l="l" r="r" t="t"/>
                <a:pathLst>
                  <a:path extrusionOk="0" h="255818" w="7842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18"/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rect b="b" l="l" r="r" t="t"/>
                <a:pathLst>
                  <a:path extrusionOk="0" h="316963" w="7842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0" name="Google Shape;500;p18"/>
            <p:cNvSpPr/>
            <p:nvPr/>
          </p:nvSpPr>
          <p:spPr>
            <a:xfrm>
              <a:off x="2810939" y="4355647"/>
              <a:ext cx="905825" cy="524291"/>
            </a:xfrm>
            <a:custGeom>
              <a:rect b="b" l="l" r="r" t="t"/>
              <a:pathLst>
                <a:path extrusionOk="0" h="524291" w="905825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2999385" y="3858955"/>
              <a:ext cx="906089" cy="910207"/>
            </a:xfrm>
            <a:custGeom>
              <a:rect b="b" l="l" r="r" t="t"/>
              <a:pathLst>
                <a:path extrusionOk="0" h="910207" w="906089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2999385" y="3718383"/>
              <a:ext cx="905566" cy="524522"/>
            </a:xfrm>
            <a:custGeom>
              <a:rect b="b" l="l" r="r" t="t"/>
              <a:pathLst>
                <a:path extrusionOk="0" h="524522" w="905566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2999243" y="3647851"/>
              <a:ext cx="905825" cy="524031"/>
            </a:xfrm>
            <a:custGeom>
              <a:rect b="b" l="l" r="r" t="t"/>
              <a:pathLst>
                <a:path extrusionOk="0" h="524031" w="905825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3230772" y="3780524"/>
              <a:ext cx="129655" cy="75042"/>
            </a:xfrm>
            <a:custGeom>
              <a:rect b="b" l="l" r="r" t="t"/>
              <a:pathLst>
                <a:path extrusionOk="0" h="75042" w="129655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3230772" y="3756847"/>
              <a:ext cx="129655" cy="75056"/>
            </a:xfrm>
            <a:custGeom>
              <a:rect b="b" l="l" r="r" t="t"/>
              <a:pathLst>
                <a:path extrusionOk="0" h="75056" w="129655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3393243" y="3872036"/>
              <a:ext cx="129623" cy="74995"/>
            </a:xfrm>
            <a:custGeom>
              <a:rect b="b" l="l" r="r" t="t"/>
              <a:pathLst>
                <a:path extrusionOk="0" h="74995" w="129623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3395112" y="3888323"/>
              <a:ext cx="126148" cy="58707"/>
            </a:xfrm>
            <a:custGeom>
              <a:rect b="b" l="l" r="r" t="t"/>
              <a:pathLst>
                <a:path extrusionOk="0" h="58707" w="126148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3543979" y="3964737"/>
              <a:ext cx="129655" cy="75042"/>
            </a:xfrm>
            <a:custGeom>
              <a:rect b="b" l="l" r="r" t="t"/>
              <a:pathLst>
                <a:path extrusionOk="0" h="75042" w="129655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3543979" y="3941061"/>
              <a:ext cx="129655" cy="75056"/>
            </a:xfrm>
            <a:custGeom>
              <a:rect b="b" l="l" r="r" t="t"/>
              <a:pathLst>
                <a:path extrusionOk="0" h="75056" w="129655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5673026" y="4464079"/>
              <a:ext cx="468241" cy="270891"/>
            </a:xfrm>
            <a:custGeom>
              <a:rect b="b" l="l" r="r" t="t"/>
              <a:pathLst>
                <a:path extrusionOk="0" h="270891" w="468241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5819482" y="3280817"/>
              <a:ext cx="243195" cy="356577"/>
            </a:xfrm>
            <a:custGeom>
              <a:rect b="b" l="l" r="r" t="t"/>
              <a:pathLst>
                <a:path extrusionOk="0" h="356577" w="243195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5837923" y="3277536"/>
              <a:ext cx="116085" cy="143945"/>
            </a:xfrm>
            <a:custGeom>
              <a:rect b="b" l="l" r="r" t="t"/>
              <a:pathLst>
                <a:path extrusionOk="0" h="143945" w="116085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5860663" y="3433950"/>
              <a:ext cx="143677" cy="161015"/>
            </a:xfrm>
            <a:custGeom>
              <a:rect b="b" l="l" r="r" t="t"/>
              <a:pathLst>
                <a:path extrusionOk="0" h="161015" w="143677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5729287" y="3551002"/>
              <a:ext cx="121787" cy="284211"/>
            </a:xfrm>
            <a:custGeom>
              <a:rect b="b" l="l" r="r" t="t"/>
              <a:pathLst>
                <a:path extrusionOk="0" h="284211" w="121787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5818929" y="3486611"/>
              <a:ext cx="209320" cy="241045"/>
            </a:xfrm>
            <a:custGeom>
              <a:rect b="b" l="l" r="r" t="t"/>
              <a:pathLst>
                <a:path extrusionOk="0" h="241045" w="20932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5856166" y="3289038"/>
              <a:ext cx="154042" cy="190250"/>
            </a:xfrm>
            <a:custGeom>
              <a:rect b="b" l="l" r="r" t="t"/>
              <a:pathLst>
                <a:path extrusionOk="0" h="190250" w="154042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5862376" y="3287995"/>
              <a:ext cx="154704" cy="145954"/>
            </a:xfrm>
            <a:custGeom>
              <a:rect b="b" l="l" r="r" t="t"/>
              <a:pathLst>
                <a:path extrusionOk="0" h="145954" w="154704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5888298" y="4552945"/>
              <a:ext cx="121626" cy="93085"/>
            </a:xfrm>
            <a:custGeom>
              <a:rect b="b" l="l" r="r" t="t"/>
              <a:pathLst>
                <a:path extrusionOk="0" h="93085" w="121626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5888421" y="4582665"/>
              <a:ext cx="121131" cy="63346"/>
            </a:xfrm>
            <a:custGeom>
              <a:rect b="b" l="l" r="r" t="t"/>
              <a:pathLst>
                <a:path extrusionOk="0" h="63346" w="121131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5795742" y="4532466"/>
              <a:ext cx="111395" cy="86487"/>
            </a:xfrm>
            <a:custGeom>
              <a:rect b="b" l="l" r="r" t="t"/>
              <a:pathLst>
                <a:path extrusionOk="0" h="86487" w="111395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5796313" y="4560948"/>
              <a:ext cx="110894" cy="58013"/>
            </a:xfrm>
            <a:custGeom>
              <a:rect b="b" l="l" r="r" t="t"/>
              <a:pathLst>
                <a:path extrusionOk="0" h="58013" w="110894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5813683" y="3728558"/>
              <a:ext cx="237954" cy="833275"/>
            </a:xfrm>
            <a:custGeom>
              <a:rect b="b" l="l" r="r" t="t"/>
              <a:pathLst>
                <a:path extrusionOk="0" h="833275" w="237954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5803516" y="3708175"/>
              <a:ext cx="253612" cy="553963"/>
            </a:xfrm>
            <a:custGeom>
              <a:rect b="b" l="l" r="r" t="t"/>
              <a:pathLst>
                <a:path extrusionOk="0" h="553963" w="253612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5812662" y="3486508"/>
              <a:ext cx="71005" cy="74600"/>
            </a:xfrm>
            <a:custGeom>
              <a:rect b="b" l="l" r="r" t="t"/>
              <a:pathLst>
                <a:path extrusionOk="0" h="74600" w="71005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5614947" y="3815235"/>
              <a:ext cx="254367" cy="147732"/>
            </a:xfrm>
            <a:custGeom>
              <a:rect b="b" l="l" r="r" t="t"/>
              <a:pathLst>
                <a:path extrusionOk="0" h="147732" w="254367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5694413" y="3821487"/>
              <a:ext cx="53706" cy="44771"/>
            </a:xfrm>
            <a:custGeom>
              <a:rect b="b" l="l" r="r" t="t"/>
              <a:pathLst>
                <a:path extrusionOk="0" h="44771" w="53706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5775008" y="3530248"/>
              <a:ext cx="253611" cy="322722"/>
            </a:xfrm>
            <a:custGeom>
              <a:rect b="b" l="l" r="r" t="t"/>
              <a:pathLst>
                <a:path extrusionOk="0" h="322722" w="253611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5965891" y="3514431"/>
              <a:ext cx="72720" cy="103595"/>
            </a:xfrm>
            <a:custGeom>
              <a:rect b="b" l="l" r="r" t="t"/>
              <a:pathLst>
                <a:path extrusionOk="0" h="103595" w="7272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9" name="Google Shape;529;p18"/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530" name="Google Shape;530;p18"/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18"/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18"/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18"/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18"/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18"/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18"/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18"/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18"/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18"/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18"/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18"/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18"/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3" name="Google Shape;543;p18"/>
          <p:cNvSpPr/>
          <p:nvPr/>
        </p:nvSpPr>
        <p:spPr>
          <a:xfrm>
            <a:off x="582925" y="1809050"/>
            <a:ext cx="3086100" cy="86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8"/>
          <p:cNvSpPr txBox="1"/>
          <p:nvPr/>
        </p:nvSpPr>
        <p:spPr>
          <a:xfrm>
            <a:off x="788650" y="1935650"/>
            <a:ext cx="2823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model using custom dataset of three classes for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like,dislike ,hello</a:t>
            </a:r>
            <a:endParaRPr/>
          </a:p>
        </p:txBody>
      </p:sp>
      <p:sp>
        <p:nvSpPr>
          <p:cNvPr id="545" name="Google Shape;545;p18"/>
          <p:cNvSpPr/>
          <p:nvPr/>
        </p:nvSpPr>
        <p:spPr>
          <a:xfrm>
            <a:off x="4415800" y="1809050"/>
            <a:ext cx="3086100" cy="86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tensorflow model we train model   then we converted into tflite model.</a:t>
            </a:r>
            <a:endParaRPr/>
          </a:p>
        </p:txBody>
      </p:sp>
      <p:sp>
        <p:nvSpPr>
          <p:cNvPr id="546" name="Google Shape;546;p18"/>
          <p:cNvSpPr/>
          <p:nvPr/>
        </p:nvSpPr>
        <p:spPr>
          <a:xfrm>
            <a:off x="3806200" y="2151950"/>
            <a:ext cx="476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8"/>
          <p:cNvSpPr/>
          <p:nvPr/>
        </p:nvSpPr>
        <p:spPr>
          <a:xfrm rot="5400000">
            <a:off x="5514825" y="3013025"/>
            <a:ext cx="476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8"/>
          <p:cNvSpPr/>
          <p:nvPr/>
        </p:nvSpPr>
        <p:spPr>
          <a:xfrm>
            <a:off x="4415800" y="3473950"/>
            <a:ext cx="3086100" cy="86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Imported tflite model in </a:t>
            </a:r>
            <a:r>
              <a:rPr lang="en"/>
              <a:t>android</a:t>
            </a:r>
            <a:r>
              <a:rPr lang="en"/>
              <a:t> app</a:t>
            </a:r>
            <a:endParaRPr/>
          </a:p>
        </p:txBody>
      </p:sp>
      <p:sp>
        <p:nvSpPr>
          <p:cNvPr id="549" name="Google Shape;549;p18"/>
          <p:cNvSpPr/>
          <p:nvPr/>
        </p:nvSpPr>
        <p:spPr>
          <a:xfrm>
            <a:off x="582925" y="3473950"/>
            <a:ext cx="3086100" cy="86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 camera  access   capture the  image  and classify between the classes with confidence</a:t>
            </a:r>
            <a:endParaRPr/>
          </a:p>
        </p:txBody>
      </p:sp>
      <p:sp>
        <p:nvSpPr>
          <p:cNvPr id="550" name="Google Shape;550;p18"/>
          <p:cNvSpPr/>
          <p:nvPr/>
        </p:nvSpPr>
        <p:spPr>
          <a:xfrm rot="10800000">
            <a:off x="3804327" y="3729355"/>
            <a:ext cx="476100" cy="21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Outputs</a:t>
            </a:r>
            <a:endParaRPr/>
          </a:p>
        </p:txBody>
      </p:sp>
      <p:sp>
        <p:nvSpPr>
          <p:cNvPr id="556" name="Google Shape;556;p19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8" name="Google Shape;558;p19"/>
          <p:cNvGrpSpPr/>
          <p:nvPr/>
        </p:nvGrpSpPr>
        <p:grpSpPr>
          <a:xfrm>
            <a:off x="5796744" y="1573487"/>
            <a:ext cx="2928488" cy="3139481"/>
            <a:chOff x="2183550" y="65875"/>
            <a:chExt cx="4483981" cy="4807045"/>
          </a:xfrm>
        </p:grpSpPr>
        <p:sp>
          <p:nvSpPr>
            <p:cNvPr id="559" name="Google Shape;559;p19"/>
            <p:cNvSpPr/>
            <p:nvPr/>
          </p:nvSpPr>
          <p:spPr>
            <a:xfrm>
              <a:off x="3889897" y="3280283"/>
              <a:ext cx="998038" cy="577710"/>
            </a:xfrm>
            <a:custGeom>
              <a:rect b="b" l="l" r="r" t="t"/>
              <a:pathLst>
                <a:path extrusionOk="0" h="577710" w="998038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9"/>
            <p:cNvSpPr/>
            <p:nvPr/>
          </p:nvSpPr>
          <p:spPr>
            <a:xfrm>
              <a:off x="2372415" y="3694995"/>
              <a:ext cx="1795739" cy="1039558"/>
            </a:xfrm>
            <a:custGeom>
              <a:rect b="b" l="l" r="r" t="t"/>
              <a:pathLst>
                <a:path extrusionOk="0" h="1039558" w="1795739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9"/>
            <p:cNvSpPr/>
            <p:nvPr/>
          </p:nvSpPr>
          <p:spPr>
            <a:xfrm>
              <a:off x="3921527" y="3261804"/>
              <a:ext cx="998857" cy="577329"/>
            </a:xfrm>
            <a:custGeom>
              <a:rect b="b" l="l" r="r" t="t"/>
              <a:pathLst>
                <a:path extrusionOk="0" h="577329" w="998857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9"/>
            <p:cNvSpPr/>
            <p:nvPr/>
          </p:nvSpPr>
          <p:spPr>
            <a:xfrm>
              <a:off x="3922039" y="3231825"/>
              <a:ext cx="998054" cy="577388"/>
            </a:xfrm>
            <a:custGeom>
              <a:rect b="b" l="l" r="r" t="t"/>
              <a:pathLst>
                <a:path extrusionOk="0" h="577388" w="998054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9"/>
            <p:cNvSpPr/>
            <p:nvPr/>
          </p:nvSpPr>
          <p:spPr>
            <a:xfrm>
              <a:off x="4231770" y="3400376"/>
              <a:ext cx="378145" cy="218912"/>
            </a:xfrm>
            <a:custGeom>
              <a:rect b="b" l="l" r="r" t="t"/>
              <a:pathLst>
                <a:path extrusionOk="0" h="218912" w="378145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4231502" y="3348848"/>
              <a:ext cx="378432" cy="218803"/>
            </a:xfrm>
            <a:custGeom>
              <a:rect b="b" l="l" r="r" t="t"/>
              <a:pathLst>
                <a:path extrusionOk="0" h="218803" w="378432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3409843" y="2513133"/>
              <a:ext cx="2024410" cy="945165"/>
            </a:xfrm>
            <a:custGeom>
              <a:rect b="b" l="l" r="r" t="t"/>
              <a:pathLst>
                <a:path extrusionOk="0" h="945165" w="202441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2963426" y="65875"/>
              <a:ext cx="2875158" cy="2882646"/>
            </a:xfrm>
            <a:custGeom>
              <a:rect b="b" l="l" r="r" t="t"/>
              <a:pathLst>
                <a:path extrusionOk="0" h="2882646" w="2875158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2986102" y="165506"/>
              <a:ext cx="2752826" cy="2463451"/>
            </a:xfrm>
            <a:custGeom>
              <a:rect b="b" l="l" r="r" t="t"/>
              <a:pathLst>
                <a:path extrusionOk="0" h="2463451" w="2752826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2963026" y="773963"/>
              <a:ext cx="2815611" cy="2175092"/>
            </a:xfrm>
            <a:custGeom>
              <a:rect b="b" l="l" r="r" t="t"/>
              <a:pathLst>
                <a:path extrusionOk="0" h="2175092" w="2815611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2183550" y="4458424"/>
              <a:ext cx="644687" cy="369950"/>
            </a:xfrm>
            <a:custGeom>
              <a:rect b="b" l="l" r="r" t="t"/>
              <a:pathLst>
                <a:path extrusionOk="0" h="369950" w="644687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19"/>
            <p:cNvSpPr/>
            <p:nvPr/>
          </p:nvSpPr>
          <p:spPr>
            <a:xfrm>
              <a:off x="2233331" y="4282211"/>
              <a:ext cx="427701" cy="247554"/>
            </a:xfrm>
            <a:custGeom>
              <a:rect b="b" l="l" r="r" t="t"/>
              <a:pathLst>
                <a:path extrusionOk="0" h="247554" w="427701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9"/>
            <p:cNvSpPr/>
            <p:nvPr/>
          </p:nvSpPr>
          <p:spPr>
            <a:xfrm>
              <a:off x="2233331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2447182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2726476" y="4553957"/>
              <a:ext cx="159649" cy="89989"/>
            </a:xfrm>
            <a:custGeom>
              <a:rect b="b" l="l" r="r" t="t"/>
              <a:pathLst>
                <a:path extrusionOk="0" h="89989" w="159649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9"/>
            <p:cNvSpPr/>
            <p:nvPr/>
          </p:nvSpPr>
          <p:spPr>
            <a:xfrm>
              <a:off x="2729149" y="4569009"/>
              <a:ext cx="157010" cy="75128"/>
            </a:xfrm>
            <a:custGeom>
              <a:rect b="b" l="l" r="r" t="t"/>
              <a:pathLst>
                <a:path extrusionOk="0" h="75128" w="15701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9"/>
            <p:cNvSpPr/>
            <p:nvPr/>
          </p:nvSpPr>
          <p:spPr>
            <a:xfrm>
              <a:off x="2596621" y="4484615"/>
              <a:ext cx="159662" cy="89989"/>
            </a:xfrm>
            <a:custGeom>
              <a:rect b="b" l="l" r="r" t="t"/>
              <a:pathLst>
                <a:path extrusionOk="0" h="89989" w="159662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9"/>
            <p:cNvSpPr/>
            <p:nvPr/>
          </p:nvSpPr>
          <p:spPr>
            <a:xfrm>
              <a:off x="2599186" y="4499667"/>
              <a:ext cx="157105" cy="75128"/>
            </a:xfrm>
            <a:custGeom>
              <a:rect b="b" l="l" r="r" t="t"/>
              <a:pathLst>
                <a:path extrusionOk="0" h="75128" w="157105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9"/>
            <p:cNvSpPr/>
            <p:nvPr/>
          </p:nvSpPr>
          <p:spPr>
            <a:xfrm>
              <a:off x="2302147" y="4142110"/>
              <a:ext cx="514696" cy="443940"/>
            </a:xfrm>
            <a:custGeom>
              <a:rect b="b" l="l" r="r" t="t"/>
              <a:pathLst>
                <a:path extrusionOk="0" h="443940" w="514696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9"/>
            <p:cNvSpPr/>
            <p:nvPr/>
          </p:nvSpPr>
          <p:spPr>
            <a:xfrm>
              <a:off x="2258507" y="4054849"/>
              <a:ext cx="110678" cy="194691"/>
            </a:xfrm>
            <a:custGeom>
              <a:rect b="b" l="l" r="r" t="t"/>
              <a:pathLst>
                <a:path extrusionOk="0" h="194691" w="110678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2250051" y="3940511"/>
              <a:ext cx="73912" cy="142900"/>
            </a:xfrm>
            <a:custGeom>
              <a:rect b="b" l="l" r="r" t="t"/>
              <a:pathLst>
                <a:path extrusionOk="0" h="142900" w="73912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2326123" y="3751123"/>
              <a:ext cx="169201" cy="272154"/>
            </a:xfrm>
            <a:custGeom>
              <a:rect b="b" l="l" r="r" t="t"/>
              <a:pathLst>
                <a:path extrusionOk="0" h="272154" w="169201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1" name="Google Shape;581;p19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582" name="Google Shape;582;p19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583" name="Google Shape;583;p19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rect b="b" l="l" r="r" t="t"/>
                  <a:pathLst>
                    <a:path extrusionOk="0" h="122070" w="343054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" name="Google Shape;584;p19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rect b="b" l="l" r="r" t="t"/>
                  <a:pathLst>
                    <a:path extrusionOk="0" h="89916" w="145163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5" name="Google Shape;585;p19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rect b="b" l="l" r="r" t="t"/>
                  <a:pathLst>
                    <a:path extrusionOk="0" h="198541" w="343006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6" name="Google Shape;586;p19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587" name="Google Shape;587;p19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rect b="b" l="l" r="r" t="t"/>
                    <a:pathLst>
                      <a:path extrusionOk="0" h="56007" w="96807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8" name="Google Shape;588;p19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rect b="b" l="l" r="r" t="t"/>
                    <a:pathLst>
                      <a:path extrusionOk="0" h="54959" w="94907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89" name="Google Shape;589;p19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rect b="b" l="l" r="r" t="t"/>
                  <a:pathLst>
                    <a:path extrusionOk="0" h="12299" w="21235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19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" name="Google Shape;591;p19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rect b="b" l="l" r="r" t="t"/>
                  <a:pathLst>
                    <a:path extrusionOk="0" h="12299" w="21197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592;p19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593;p19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19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19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19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19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19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rect b="b" l="l" r="r" t="t"/>
                  <a:pathLst>
                    <a:path extrusionOk="0" h="12263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19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rect b="b" l="l" r="r" t="t"/>
                  <a:pathLst>
                    <a:path extrusionOk="0" h="12263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19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rect b="b" l="l" r="r" t="t"/>
                  <a:pathLst>
                    <a:path extrusionOk="0" h="12263" w="21342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19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19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rect b="b" l="l" r="r" t="t"/>
                  <a:pathLst>
                    <a:path extrusionOk="0" h="15763" w="27254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19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19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05;p19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rect b="b" l="l" r="r" t="t"/>
                  <a:pathLst>
                    <a:path extrusionOk="0" h="12298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19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07;p19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rect b="b" l="l" r="r" t="t"/>
                  <a:pathLst>
                    <a:path extrusionOk="0" h="12299" w="21411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19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19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rect b="b" l="l" r="r" t="t"/>
                  <a:pathLst>
                    <a:path extrusionOk="0" h="12298" w="21235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19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rect b="b" l="l" r="r" t="t"/>
                  <a:pathLst>
                    <a:path extrusionOk="0" h="12299" w="20976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19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19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19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rect b="b" l="l" r="r" t="t"/>
                  <a:pathLst>
                    <a:path extrusionOk="0" h="12358" w="2115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19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rect b="b" l="l" r="r" t="t"/>
                  <a:pathLst>
                    <a:path extrusionOk="0" h="12263" w="21269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15;p19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rect b="b" l="l" r="r" t="t"/>
                  <a:pathLst>
                    <a:path extrusionOk="0" h="15823" w="27256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19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rect b="b" l="l" r="r" t="t"/>
                  <a:pathLst>
                    <a:path extrusionOk="0" h="17487" w="33535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19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19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rect b="b" l="l" r="r" t="t"/>
                  <a:pathLst>
                    <a:path extrusionOk="0" h="12299" w="20746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19;p19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19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rect b="b" l="l" r="r" t="t"/>
                  <a:pathLst>
                    <a:path extrusionOk="0" h="12299" w="21234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19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19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19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19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rect b="b" l="l" r="r" t="t"/>
                  <a:pathLst>
                    <a:path extrusionOk="0" h="14108" w="24523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25;p19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rect b="b" l="l" r="r" t="t"/>
                  <a:pathLst>
                    <a:path extrusionOk="0" h="14108" w="24413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19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rect b="b" l="l" r="r" t="t"/>
                  <a:pathLst>
                    <a:path extrusionOk="0" h="41195" w="71148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19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19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9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rect b="b" l="l" r="r" t="t"/>
                  <a:pathLst>
                    <a:path extrusionOk="0" h="12263" w="21424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9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19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19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rect b="b" l="l" r="r" t="t"/>
                  <a:pathLst>
                    <a:path extrusionOk="0" h="12299" w="20722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19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19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19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rect b="b" l="l" r="r" t="t"/>
                  <a:pathLst>
                    <a:path extrusionOk="0" h="12299" w="21316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19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19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19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19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rect b="b" l="l" r="r" t="t"/>
                  <a:pathLst>
                    <a:path extrusionOk="0" h="17728" w="30663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9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rect b="b" l="l" r="r" t="t"/>
                  <a:pathLst>
                    <a:path extrusionOk="0" h="12299" w="2140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19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rect b="b" l="l" r="r" t="t"/>
                  <a:pathLst>
                    <a:path extrusionOk="0" h="12299" w="2120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19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9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rect b="b" l="l" r="r" t="t"/>
                  <a:pathLst>
                    <a:path extrusionOk="0" h="12299" w="20781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9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9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rect b="b" l="l" r="r" t="t"/>
                  <a:pathLst>
                    <a:path extrusionOk="0" h="12299" w="21271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9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rect b="b" l="l" r="r" t="t"/>
                  <a:pathLst>
                    <a:path extrusionOk="0" h="12299" w="21364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19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19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rect b="b" l="l" r="r" t="t"/>
                  <a:pathLst>
                    <a:path extrusionOk="0" h="12299" w="21269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9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rect b="b" l="l" r="r" t="t"/>
                  <a:pathLst>
                    <a:path extrusionOk="0" h="12263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19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rect b="b" l="l" r="r" t="t"/>
                  <a:pathLst>
                    <a:path extrusionOk="0" h="12299" w="21234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19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rect b="b" l="l" r="r" t="t"/>
                  <a:pathLst>
                    <a:path extrusionOk="0" h="21252" w="36743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9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rect b="b" l="l" r="r" t="t"/>
                  <a:pathLst>
                    <a:path extrusionOk="0" h="14204" w="24428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3" name="Google Shape;653;p19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654" name="Google Shape;654;p19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655" name="Google Shape;655;p19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rect b="b" l="l" r="r" t="t"/>
                    <a:pathLst>
                      <a:path extrusionOk="0" h="280361" w="20739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6" name="Google Shape;656;p19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rect b="b" l="l" r="r" t="t"/>
                    <a:pathLst>
                      <a:path extrusionOk="0" h="127104" w="205775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657;p19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rect b="b" l="l" r="r" t="t"/>
                    <a:pathLst>
                      <a:path extrusionOk="0" h="278140" w="200455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8" name="Google Shape;658;p19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rect b="b" l="l" r="r" t="t"/>
                    <a:pathLst>
                      <a:path extrusionOk="0" h="278140" w="200455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9" name="Google Shape;659;p19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rect b="b" l="l" r="r" t="t"/>
                    <a:pathLst>
                      <a:path extrusionOk="0" h="121824" w="200455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60" name="Google Shape;660;p19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rect b="b" l="l" r="r" t="t"/>
                  <a:pathLst>
                    <a:path extrusionOk="0" h="144970" w="2375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19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rect b="b" l="l" r="r" t="t"/>
                  <a:pathLst>
                    <a:path extrusionOk="0" h="249936" w="18649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19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rect b="b" l="l" r="r" t="t"/>
                  <a:pathLst>
                    <a:path extrusionOk="0" h="110490" w="188865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63" name="Google Shape;663;p19"/>
            <p:cNvSpPr/>
            <p:nvPr/>
          </p:nvSpPr>
          <p:spPr>
            <a:xfrm>
              <a:off x="2270876" y="3943763"/>
              <a:ext cx="260754" cy="432930"/>
            </a:xfrm>
            <a:custGeom>
              <a:rect b="b" l="l" r="r" t="t"/>
              <a:pathLst>
                <a:path extrusionOk="0" h="432930" w="260754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2458935" y="4016678"/>
              <a:ext cx="330765" cy="258321"/>
            </a:xfrm>
            <a:custGeom>
              <a:rect b="b" l="l" r="r" t="t"/>
              <a:pathLst>
                <a:path extrusionOk="0" h="258321" w="330765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2447141" y="4011203"/>
              <a:ext cx="100743" cy="148055"/>
            </a:xfrm>
            <a:custGeom>
              <a:rect b="b" l="l" r="r" t="t"/>
              <a:pathLst>
                <a:path extrusionOk="0" h="148055" w="100743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2331622" y="3739152"/>
              <a:ext cx="164429" cy="181621"/>
            </a:xfrm>
            <a:custGeom>
              <a:rect b="b" l="l" r="r" t="t"/>
              <a:pathLst>
                <a:path extrusionOk="0" h="181621" w="164429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2515394" y="4404988"/>
              <a:ext cx="145638" cy="201549"/>
            </a:xfrm>
            <a:custGeom>
              <a:rect b="b" l="l" r="r" t="t"/>
              <a:pathLst>
                <a:path extrusionOk="0" h="201549" w="145638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2565555" y="4383081"/>
              <a:ext cx="95477" cy="55816"/>
            </a:xfrm>
            <a:custGeom>
              <a:rect b="b" l="l" r="r" t="t"/>
              <a:pathLst>
                <a:path extrusionOk="0" h="55816" w="95477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4383145" y="3435820"/>
              <a:ext cx="77712" cy="44958"/>
            </a:xfrm>
            <a:custGeom>
              <a:rect b="b" l="l" r="r" t="t"/>
              <a:pathLst>
                <a:path extrusionOk="0" h="44958" w="77712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9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rect b="b" l="l" r="r" t="t"/>
              <a:pathLst>
                <a:path extrusionOk="0" h="1039558" w="1795739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9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rect b="b" l="l" r="r" t="t"/>
              <a:pathLst>
                <a:path extrusionOk="0" h="369950" w="644687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9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rect b="b" l="l" r="r" t="t"/>
              <a:pathLst>
                <a:path extrusionOk="0" h="247554" w="427701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9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9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6351541" y="3874743"/>
              <a:ext cx="217302" cy="317702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6368017" y="3871983"/>
              <a:ext cx="104086" cy="12826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6388363" y="4011215"/>
              <a:ext cx="128390" cy="143694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6169126" y="4068541"/>
              <a:ext cx="242294" cy="344916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6350989" y="4058254"/>
              <a:ext cx="187162" cy="246878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6384325" y="3881810"/>
              <a:ext cx="137686" cy="169616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6389913" y="3881145"/>
              <a:ext cx="138230" cy="130098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6223986" y="4735273"/>
              <a:ext cx="108702" cy="82916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6224466" y="4761723"/>
              <a:ext cx="108209" cy="56495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6169601" y="4699543"/>
              <a:ext cx="99502" cy="77082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6170058" y="4724979"/>
              <a:ext cx="99108" cy="51736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6206498" y="4301929"/>
              <a:ext cx="236938" cy="40866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6271102" y="4302737"/>
              <a:ext cx="235887" cy="442489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6183254" y="4274877"/>
              <a:ext cx="352749" cy="324700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6466820" y="4083042"/>
              <a:ext cx="122590" cy="42978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6490841" y="4077626"/>
              <a:ext cx="74124" cy="94270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6345497" y="4058119"/>
              <a:ext cx="63405" cy="6657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2" name="Google Shape;692;p19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693" name="Google Shape;693;p1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1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1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1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698" name="Google Shape;6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4175"/>
            <a:ext cx="2314575" cy="39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575" y="1174175"/>
            <a:ext cx="2314575" cy="39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9150" y="1167250"/>
            <a:ext cx="2314575" cy="39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"/>
          <p:cNvSpPr txBox="1"/>
          <p:nvPr>
            <p:ph idx="4294967295" type="ctrTitle"/>
          </p:nvPr>
        </p:nvSpPr>
        <p:spPr>
          <a:xfrm>
            <a:off x="603800" y="164075"/>
            <a:ext cx="4648500" cy="121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References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706" name="Google Shape;706;p20"/>
          <p:cNvSpPr txBox="1"/>
          <p:nvPr>
            <p:ph idx="4294967295" type="subTitle"/>
          </p:nvPr>
        </p:nvSpPr>
        <p:spPr>
          <a:xfrm>
            <a:off x="708650" y="1542800"/>
            <a:ext cx="82752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A. Kumar, K. Thankachan and M. M. Dominic, "Sign language recognition," 2016 3rd International Conference on Recent Advances in Information Technology (RAIT), Dhanbad, India, 2016, pp. 422-428, doi: 10.1109/RAIT.2016.7507939.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V. H. Iyer, U. M. Prakash, A. Vijay and P. Sathishkumar, "Sign Language Detection using Action Recognition," 2022 2nd International Conference on Advance Computing and Innovative Technologies in Engineering (ICACITE), Greater Noida, India, 2022, pp. 1682-1685, doi: 10.1109/ICACITE53722.2022.9823484.</a:t>
            </a:r>
            <a:endParaRPr/>
          </a:p>
        </p:txBody>
      </p:sp>
      <p:sp>
        <p:nvSpPr>
          <p:cNvPr id="707" name="Google Shape;707;p2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13" name="Google Shape;713;p21"/>
          <p:cNvGrpSpPr/>
          <p:nvPr/>
        </p:nvGrpSpPr>
        <p:grpSpPr>
          <a:xfrm>
            <a:off x="5410301" y="719490"/>
            <a:ext cx="3356124" cy="3829046"/>
            <a:chOff x="2602525" y="317054"/>
            <a:chExt cx="4174283" cy="4762495"/>
          </a:xfrm>
        </p:grpSpPr>
        <p:sp>
          <p:nvSpPr>
            <p:cNvPr id="714" name="Google Shape;714;p21"/>
            <p:cNvSpPr/>
            <p:nvPr/>
          </p:nvSpPr>
          <p:spPr>
            <a:xfrm>
              <a:off x="3677747" y="776267"/>
              <a:ext cx="2670951" cy="3350306"/>
            </a:xfrm>
            <a:custGeom>
              <a:rect b="b" l="l" r="r" t="t"/>
              <a:pathLst>
                <a:path extrusionOk="0" h="3350306" w="2670951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21"/>
            <p:cNvSpPr/>
            <p:nvPr/>
          </p:nvSpPr>
          <p:spPr>
            <a:xfrm>
              <a:off x="3662233" y="794118"/>
              <a:ext cx="2655076" cy="3335369"/>
            </a:xfrm>
            <a:custGeom>
              <a:rect b="b" l="l" r="r" t="t"/>
              <a:pathLst>
                <a:path extrusionOk="0" h="3335369" w="2655076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21"/>
            <p:cNvSpPr/>
            <p:nvPr/>
          </p:nvSpPr>
          <p:spPr>
            <a:xfrm>
              <a:off x="3763407" y="1012375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21"/>
            <p:cNvSpPr/>
            <p:nvPr/>
          </p:nvSpPr>
          <p:spPr>
            <a:xfrm>
              <a:off x="3763407" y="1170775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21"/>
            <p:cNvSpPr/>
            <p:nvPr/>
          </p:nvSpPr>
          <p:spPr>
            <a:xfrm>
              <a:off x="3763407" y="1252119"/>
              <a:ext cx="1319638" cy="808005"/>
            </a:xfrm>
            <a:custGeom>
              <a:rect b="b" l="l" r="r" t="t"/>
              <a:pathLst>
                <a:path extrusionOk="0" h="808005" w="1319638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1"/>
            <p:cNvSpPr/>
            <p:nvPr/>
          </p:nvSpPr>
          <p:spPr>
            <a:xfrm>
              <a:off x="3763407" y="1333558"/>
              <a:ext cx="1235786" cy="759428"/>
            </a:xfrm>
            <a:custGeom>
              <a:rect b="b" l="l" r="r" t="t"/>
              <a:pathLst>
                <a:path extrusionOk="0" h="759428" w="1235786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1"/>
            <p:cNvSpPr/>
            <p:nvPr/>
          </p:nvSpPr>
          <p:spPr>
            <a:xfrm>
              <a:off x="5632982" y="2768594"/>
              <a:ext cx="578775" cy="425291"/>
            </a:xfrm>
            <a:custGeom>
              <a:rect b="b" l="l" r="r" t="t"/>
              <a:pathLst>
                <a:path extrusionOk="0" h="425291" w="578775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21"/>
            <p:cNvSpPr/>
            <p:nvPr/>
          </p:nvSpPr>
          <p:spPr>
            <a:xfrm>
              <a:off x="5632982" y="2926995"/>
              <a:ext cx="548794" cy="362521"/>
            </a:xfrm>
            <a:custGeom>
              <a:rect b="b" l="l" r="r" t="t"/>
              <a:pathLst>
                <a:path extrusionOk="0" h="362521" w="548794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21"/>
            <p:cNvSpPr/>
            <p:nvPr/>
          </p:nvSpPr>
          <p:spPr>
            <a:xfrm>
              <a:off x="5632982" y="3008338"/>
              <a:ext cx="484930" cy="325659"/>
            </a:xfrm>
            <a:custGeom>
              <a:rect b="b" l="l" r="r" t="t"/>
              <a:pathLst>
                <a:path extrusionOk="0" h="325659" w="48493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21"/>
            <p:cNvSpPr/>
            <p:nvPr/>
          </p:nvSpPr>
          <p:spPr>
            <a:xfrm>
              <a:off x="5632982" y="3089777"/>
              <a:ext cx="454092" cy="307752"/>
            </a:xfrm>
            <a:custGeom>
              <a:rect b="b" l="l" r="r" t="t"/>
              <a:pathLst>
                <a:path extrusionOk="0" h="307752" w="454092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21"/>
            <p:cNvSpPr/>
            <p:nvPr/>
          </p:nvSpPr>
          <p:spPr>
            <a:xfrm>
              <a:off x="3763407" y="1505008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21"/>
            <p:cNvSpPr/>
            <p:nvPr/>
          </p:nvSpPr>
          <p:spPr>
            <a:xfrm>
              <a:off x="3763407" y="1663408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21"/>
            <p:cNvSpPr/>
            <p:nvPr/>
          </p:nvSpPr>
          <p:spPr>
            <a:xfrm>
              <a:off x="3763407" y="1744847"/>
              <a:ext cx="1319638" cy="807910"/>
            </a:xfrm>
            <a:custGeom>
              <a:rect b="b" l="l" r="r" t="t"/>
              <a:pathLst>
                <a:path extrusionOk="0" h="807910" w="1319638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21"/>
            <p:cNvSpPr/>
            <p:nvPr/>
          </p:nvSpPr>
          <p:spPr>
            <a:xfrm>
              <a:off x="3763407" y="1826191"/>
              <a:ext cx="1235786" cy="759523"/>
            </a:xfrm>
            <a:custGeom>
              <a:rect b="b" l="l" r="r" t="t"/>
              <a:pathLst>
                <a:path extrusionOk="0" h="759523" w="1235786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21"/>
            <p:cNvSpPr/>
            <p:nvPr/>
          </p:nvSpPr>
          <p:spPr>
            <a:xfrm>
              <a:off x="3763407" y="1997641"/>
              <a:ext cx="1575095" cy="1001077"/>
            </a:xfrm>
            <a:custGeom>
              <a:rect b="b" l="l" r="r" t="t"/>
              <a:pathLst>
                <a:path extrusionOk="0" h="1001077" w="1575095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21"/>
            <p:cNvSpPr/>
            <p:nvPr/>
          </p:nvSpPr>
          <p:spPr>
            <a:xfrm>
              <a:off x="3763407" y="2156137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21"/>
            <p:cNvSpPr/>
            <p:nvPr/>
          </p:nvSpPr>
          <p:spPr>
            <a:xfrm>
              <a:off x="3763407" y="2237480"/>
              <a:ext cx="1319638" cy="808005"/>
            </a:xfrm>
            <a:custGeom>
              <a:rect b="b" l="l" r="r" t="t"/>
              <a:pathLst>
                <a:path extrusionOk="0" h="808005" w="1319638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21"/>
            <p:cNvSpPr/>
            <p:nvPr/>
          </p:nvSpPr>
          <p:spPr>
            <a:xfrm>
              <a:off x="3763407" y="2318824"/>
              <a:ext cx="1235786" cy="759523"/>
            </a:xfrm>
            <a:custGeom>
              <a:rect b="b" l="l" r="r" t="t"/>
              <a:pathLst>
                <a:path extrusionOk="0" h="759523" w="1235786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21"/>
            <p:cNvSpPr/>
            <p:nvPr/>
          </p:nvSpPr>
          <p:spPr>
            <a:xfrm>
              <a:off x="3763407" y="2490369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21"/>
            <p:cNvSpPr/>
            <p:nvPr/>
          </p:nvSpPr>
          <p:spPr>
            <a:xfrm>
              <a:off x="3763407" y="2648770"/>
              <a:ext cx="1493528" cy="887920"/>
            </a:xfrm>
            <a:custGeom>
              <a:rect b="b" l="l" r="r" t="t"/>
              <a:pathLst>
                <a:path extrusionOk="0" h="887920" w="1493528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21"/>
            <p:cNvSpPr/>
            <p:nvPr/>
          </p:nvSpPr>
          <p:spPr>
            <a:xfrm>
              <a:off x="5633267" y="2100963"/>
              <a:ext cx="578489" cy="901329"/>
            </a:xfrm>
            <a:custGeom>
              <a:rect b="b" l="l" r="r" t="t"/>
              <a:pathLst>
                <a:path extrusionOk="0" h="901329" w="578489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21"/>
            <p:cNvSpPr/>
            <p:nvPr/>
          </p:nvSpPr>
          <p:spPr>
            <a:xfrm>
              <a:off x="3680697" y="317054"/>
              <a:ext cx="2667830" cy="1909376"/>
            </a:xfrm>
            <a:custGeom>
              <a:rect b="b" l="l" r="r" t="t"/>
              <a:pathLst>
                <a:path extrusionOk="0" h="1909376" w="266783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21"/>
            <p:cNvSpPr/>
            <p:nvPr/>
          </p:nvSpPr>
          <p:spPr>
            <a:xfrm>
              <a:off x="3662233" y="334831"/>
              <a:ext cx="2655171" cy="1893451"/>
            </a:xfrm>
            <a:custGeom>
              <a:rect b="b" l="l" r="r" t="t"/>
              <a:pathLst>
                <a:path extrusionOk="0" h="1893451" w="2655171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21"/>
            <p:cNvSpPr/>
            <p:nvPr/>
          </p:nvSpPr>
          <p:spPr>
            <a:xfrm>
              <a:off x="3763692" y="506668"/>
              <a:ext cx="2448064" cy="1546988"/>
            </a:xfrm>
            <a:custGeom>
              <a:rect b="b" l="l" r="r" t="t"/>
              <a:pathLst>
                <a:path extrusionOk="0" h="1546988" w="2448064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21"/>
            <p:cNvSpPr/>
            <p:nvPr/>
          </p:nvSpPr>
          <p:spPr>
            <a:xfrm>
              <a:off x="6042246" y="1815046"/>
              <a:ext cx="173984" cy="241344"/>
            </a:xfrm>
            <a:custGeom>
              <a:rect b="b" l="l" r="r" t="t"/>
              <a:pathLst>
                <a:path extrusionOk="0" h="241344" w="173984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21"/>
            <p:cNvSpPr/>
            <p:nvPr/>
          </p:nvSpPr>
          <p:spPr>
            <a:xfrm>
              <a:off x="3824606" y="578160"/>
              <a:ext cx="40165" cy="72472"/>
            </a:xfrm>
            <a:custGeom>
              <a:rect b="b" l="l" r="r" t="t"/>
              <a:pathLst>
                <a:path extrusionOk="0" h="72472" w="40165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21"/>
            <p:cNvSpPr/>
            <p:nvPr/>
          </p:nvSpPr>
          <p:spPr>
            <a:xfrm>
              <a:off x="3871213" y="621212"/>
              <a:ext cx="35348" cy="54941"/>
            </a:xfrm>
            <a:custGeom>
              <a:rect b="b" l="l" r="r" t="t"/>
              <a:pathLst>
                <a:path extrusionOk="0" h="54941" w="35348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21"/>
            <p:cNvSpPr/>
            <p:nvPr/>
          </p:nvSpPr>
          <p:spPr>
            <a:xfrm>
              <a:off x="3913502" y="644554"/>
              <a:ext cx="33883" cy="60925"/>
            </a:xfrm>
            <a:custGeom>
              <a:rect b="b" l="l" r="r" t="t"/>
              <a:pathLst>
                <a:path extrusionOk="0" h="60925" w="33883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21"/>
            <p:cNvSpPr/>
            <p:nvPr/>
          </p:nvSpPr>
          <p:spPr>
            <a:xfrm>
              <a:off x="3956522" y="663093"/>
              <a:ext cx="19892" cy="51720"/>
            </a:xfrm>
            <a:custGeom>
              <a:rect b="b" l="l" r="r" t="t"/>
              <a:pathLst>
                <a:path extrusionOk="0" h="51720" w="19892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21"/>
            <p:cNvSpPr/>
            <p:nvPr/>
          </p:nvSpPr>
          <p:spPr>
            <a:xfrm>
              <a:off x="3980286" y="683824"/>
              <a:ext cx="34675" cy="54516"/>
            </a:xfrm>
            <a:custGeom>
              <a:rect b="b" l="l" r="r" t="t"/>
              <a:pathLst>
                <a:path extrusionOk="0" h="54516" w="34675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21"/>
            <p:cNvSpPr/>
            <p:nvPr/>
          </p:nvSpPr>
          <p:spPr>
            <a:xfrm>
              <a:off x="4022575" y="681666"/>
              <a:ext cx="32718" cy="85915"/>
            </a:xfrm>
            <a:custGeom>
              <a:rect b="b" l="l" r="r" t="t"/>
              <a:pathLst>
                <a:path extrusionOk="0" h="85915" w="32718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1"/>
            <p:cNvSpPr/>
            <p:nvPr/>
          </p:nvSpPr>
          <p:spPr>
            <a:xfrm>
              <a:off x="4065860" y="766513"/>
              <a:ext cx="8800" cy="10615"/>
            </a:xfrm>
            <a:custGeom>
              <a:rect b="b" l="l" r="r" t="t"/>
              <a:pathLst>
                <a:path extrusionOk="0" h="10615" w="880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21"/>
            <p:cNvSpPr/>
            <p:nvPr/>
          </p:nvSpPr>
          <p:spPr>
            <a:xfrm>
              <a:off x="4086317" y="778377"/>
              <a:ext cx="8807" cy="10445"/>
            </a:xfrm>
            <a:custGeom>
              <a:rect b="b" l="l" r="r" t="t"/>
              <a:pathLst>
                <a:path extrusionOk="0" h="10445" w="8807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21"/>
            <p:cNvSpPr/>
            <p:nvPr/>
          </p:nvSpPr>
          <p:spPr>
            <a:xfrm>
              <a:off x="4106781" y="790188"/>
              <a:ext cx="8804" cy="10445"/>
            </a:xfrm>
            <a:custGeom>
              <a:rect b="b" l="l" r="r" t="t"/>
              <a:pathLst>
                <a:path extrusionOk="0" h="10445" w="8804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21"/>
            <p:cNvSpPr/>
            <p:nvPr/>
          </p:nvSpPr>
          <p:spPr>
            <a:xfrm>
              <a:off x="6091738" y="1886219"/>
              <a:ext cx="73770" cy="113063"/>
            </a:xfrm>
            <a:custGeom>
              <a:rect b="b" l="l" r="r" t="t"/>
              <a:pathLst>
                <a:path extrusionOk="0" h="113063" w="7377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21"/>
            <p:cNvSpPr/>
            <p:nvPr/>
          </p:nvSpPr>
          <p:spPr>
            <a:xfrm>
              <a:off x="5099606" y="2084115"/>
              <a:ext cx="833576" cy="1053763"/>
            </a:xfrm>
            <a:custGeom>
              <a:rect b="b" l="l" r="r" t="t"/>
              <a:pathLst>
                <a:path extrusionOk="0" h="1053763" w="833576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21"/>
            <p:cNvSpPr/>
            <p:nvPr/>
          </p:nvSpPr>
          <p:spPr>
            <a:xfrm>
              <a:off x="4974070" y="2163744"/>
              <a:ext cx="820424" cy="1006964"/>
            </a:xfrm>
            <a:custGeom>
              <a:rect b="b" l="l" r="r" t="t"/>
              <a:pathLst>
                <a:path extrusionOk="0" h="1006964" w="820424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21"/>
            <p:cNvSpPr/>
            <p:nvPr/>
          </p:nvSpPr>
          <p:spPr>
            <a:xfrm>
              <a:off x="5034477" y="2242227"/>
              <a:ext cx="618491" cy="852150"/>
            </a:xfrm>
            <a:custGeom>
              <a:rect b="b" l="l" r="r" t="t"/>
              <a:pathLst>
                <a:path extrusionOk="0" h="852150" w="618491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21"/>
            <p:cNvSpPr/>
            <p:nvPr/>
          </p:nvSpPr>
          <p:spPr>
            <a:xfrm>
              <a:off x="5108865" y="2242623"/>
              <a:ext cx="621582" cy="807149"/>
            </a:xfrm>
            <a:custGeom>
              <a:rect b="b" l="l" r="r" t="t"/>
              <a:pathLst>
                <a:path extrusionOk="0" h="807149" w="621582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21"/>
            <p:cNvSpPr/>
            <p:nvPr/>
          </p:nvSpPr>
          <p:spPr>
            <a:xfrm>
              <a:off x="5831808" y="2838412"/>
              <a:ext cx="311135" cy="259746"/>
            </a:xfrm>
            <a:custGeom>
              <a:rect b="b" l="l" r="r" t="t"/>
              <a:pathLst>
                <a:path extrusionOk="0" h="259746" w="311135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21"/>
            <p:cNvSpPr/>
            <p:nvPr/>
          </p:nvSpPr>
          <p:spPr>
            <a:xfrm>
              <a:off x="5831808" y="2798312"/>
              <a:ext cx="380520" cy="219646"/>
            </a:xfrm>
            <a:custGeom>
              <a:rect b="b" l="l" r="r" t="t"/>
              <a:pathLst>
                <a:path extrusionOk="0" h="219646" w="38052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21"/>
            <p:cNvSpPr/>
            <p:nvPr/>
          </p:nvSpPr>
          <p:spPr>
            <a:xfrm>
              <a:off x="6056214" y="2910510"/>
              <a:ext cx="696628" cy="514166"/>
            </a:xfrm>
            <a:custGeom>
              <a:rect b="b" l="l" r="r" t="t"/>
              <a:pathLst>
                <a:path extrusionOk="0" h="514166" w="696628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21"/>
            <p:cNvSpPr/>
            <p:nvPr/>
          </p:nvSpPr>
          <p:spPr>
            <a:xfrm>
              <a:off x="6620145" y="3238764"/>
              <a:ext cx="156663" cy="192193"/>
            </a:xfrm>
            <a:custGeom>
              <a:rect b="b" l="l" r="r" t="t"/>
              <a:pathLst>
                <a:path extrusionOk="0" h="192193" w="156663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21"/>
            <p:cNvSpPr/>
            <p:nvPr/>
          </p:nvSpPr>
          <p:spPr>
            <a:xfrm>
              <a:off x="6620145" y="3238764"/>
              <a:ext cx="156663" cy="192193"/>
            </a:xfrm>
            <a:custGeom>
              <a:rect b="b" l="l" r="r" t="t"/>
              <a:pathLst>
                <a:path extrusionOk="0" h="192193" w="156663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21"/>
            <p:cNvSpPr/>
            <p:nvPr/>
          </p:nvSpPr>
          <p:spPr>
            <a:xfrm>
              <a:off x="3797207" y="2991392"/>
              <a:ext cx="2353338" cy="1403876"/>
            </a:xfrm>
            <a:custGeom>
              <a:rect b="b" l="l" r="r" t="t"/>
              <a:pathLst>
                <a:path extrusionOk="0" h="1403876" w="2353338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21"/>
            <p:cNvSpPr/>
            <p:nvPr/>
          </p:nvSpPr>
          <p:spPr>
            <a:xfrm>
              <a:off x="2602525" y="4569200"/>
              <a:ext cx="891148" cy="510349"/>
            </a:xfrm>
            <a:custGeom>
              <a:rect b="b" l="l" r="r" t="t"/>
              <a:pathLst>
                <a:path extrusionOk="0" h="510349" w="891148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21"/>
            <p:cNvSpPr/>
            <p:nvPr/>
          </p:nvSpPr>
          <p:spPr>
            <a:xfrm>
              <a:off x="2671243" y="4325932"/>
              <a:ext cx="591243" cy="341661"/>
            </a:xfrm>
            <a:custGeom>
              <a:rect b="b" l="l" r="r" t="t"/>
              <a:pathLst>
                <a:path extrusionOk="0" h="341661" w="591243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21"/>
            <p:cNvSpPr/>
            <p:nvPr/>
          </p:nvSpPr>
          <p:spPr>
            <a:xfrm>
              <a:off x="2671243" y="4496715"/>
              <a:ext cx="295621" cy="512444"/>
            </a:xfrm>
            <a:custGeom>
              <a:rect b="b" l="l" r="r" t="t"/>
              <a:pathLst>
                <a:path extrusionOk="0" h="512444" w="295621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21"/>
            <p:cNvSpPr/>
            <p:nvPr/>
          </p:nvSpPr>
          <p:spPr>
            <a:xfrm>
              <a:off x="2966865" y="4496715"/>
              <a:ext cx="295621" cy="512444"/>
            </a:xfrm>
            <a:custGeom>
              <a:rect b="b" l="l" r="r" t="t"/>
              <a:pathLst>
                <a:path extrusionOk="0" h="512444" w="295621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21"/>
            <p:cNvSpPr/>
            <p:nvPr/>
          </p:nvSpPr>
          <p:spPr>
            <a:xfrm>
              <a:off x="3352925" y="4700698"/>
              <a:ext cx="220640" cy="124389"/>
            </a:xfrm>
            <a:custGeom>
              <a:rect b="b" l="l" r="r" t="t"/>
              <a:pathLst>
                <a:path extrusionOk="0" h="124389" w="22064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21"/>
            <p:cNvSpPr/>
            <p:nvPr/>
          </p:nvSpPr>
          <p:spPr>
            <a:xfrm>
              <a:off x="3356617" y="4721600"/>
              <a:ext cx="217074" cy="103773"/>
            </a:xfrm>
            <a:custGeom>
              <a:rect b="b" l="l" r="r" t="t"/>
              <a:pathLst>
                <a:path extrusionOk="0" h="103773" w="217074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21"/>
            <p:cNvSpPr/>
            <p:nvPr/>
          </p:nvSpPr>
          <p:spPr>
            <a:xfrm>
              <a:off x="3173533" y="4605067"/>
              <a:ext cx="220687" cy="124551"/>
            </a:xfrm>
            <a:custGeom>
              <a:rect b="b" l="l" r="r" t="t"/>
              <a:pathLst>
                <a:path extrusionOk="0" h="124551" w="220687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21"/>
            <p:cNvSpPr/>
            <p:nvPr/>
          </p:nvSpPr>
          <p:spPr>
            <a:xfrm>
              <a:off x="3177588" y="4625969"/>
              <a:ext cx="217074" cy="103649"/>
            </a:xfrm>
            <a:custGeom>
              <a:rect b="b" l="l" r="r" t="t"/>
              <a:pathLst>
                <a:path extrusionOk="0" h="103649" w="217074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21"/>
            <p:cNvSpPr/>
            <p:nvPr/>
          </p:nvSpPr>
          <p:spPr>
            <a:xfrm>
              <a:off x="2766014" y="4132721"/>
              <a:ext cx="711887" cy="612953"/>
            </a:xfrm>
            <a:custGeom>
              <a:rect b="b" l="l" r="r" t="t"/>
              <a:pathLst>
                <a:path extrusionOk="0" h="612953" w="711887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21"/>
            <p:cNvSpPr/>
            <p:nvPr/>
          </p:nvSpPr>
          <p:spPr>
            <a:xfrm>
              <a:off x="2706078" y="4012750"/>
              <a:ext cx="153426" cy="268033"/>
            </a:xfrm>
            <a:custGeom>
              <a:rect b="b" l="l" r="r" t="t"/>
              <a:pathLst>
                <a:path extrusionOk="0" h="268033" w="153426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21"/>
            <p:cNvSpPr/>
            <p:nvPr/>
          </p:nvSpPr>
          <p:spPr>
            <a:xfrm>
              <a:off x="2694181" y="3854621"/>
              <a:ext cx="102411" cy="197244"/>
            </a:xfrm>
            <a:custGeom>
              <a:rect b="b" l="l" r="r" t="t"/>
              <a:pathLst>
                <a:path extrusionOk="0" h="197244" w="102411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21"/>
            <p:cNvSpPr/>
            <p:nvPr/>
          </p:nvSpPr>
          <p:spPr>
            <a:xfrm>
              <a:off x="2799755" y="3593223"/>
              <a:ext cx="234442" cy="375527"/>
            </a:xfrm>
            <a:custGeom>
              <a:rect b="b" l="l" r="r" t="t"/>
              <a:pathLst>
                <a:path extrusionOk="0" h="375527" w="234442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1" name="Google Shape;771;p21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772" name="Google Shape;772;p21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773" name="Google Shape;773;p21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rect b="b" l="l" r="r" t="t"/>
                  <a:pathLst>
                    <a:path extrusionOk="0" h="167618" w="474083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4" name="Google Shape;774;p21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rect b="b" l="l" r="r" t="t"/>
                  <a:pathLst>
                    <a:path extrusionOk="0" h="123825" w="200539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5" name="Google Shape;775;p21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rect b="b" l="l" r="r" t="t"/>
                  <a:pathLst>
                    <a:path extrusionOk="0" h="274003" w="474198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76" name="Google Shape;776;p21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777" name="Google Shape;777;p21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rect b="b" l="l" r="r" t="t"/>
                    <a:pathLst>
                      <a:path extrusionOk="0" h="77247" w="133724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8" name="Google Shape;778;p21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rect b="b" l="l" r="r" t="t"/>
                    <a:pathLst>
                      <a:path extrusionOk="0" h="75723" w="131154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79" name="Google Shape;779;p21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0" name="Google Shape;780;p21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rect b="b" l="l" r="r" t="t"/>
                  <a:pathLst>
                    <a:path extrusionOk="0" h="16916" w="29303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781;p21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" name="Google Shape;782;p21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rect b="b" l="l" r="r" t="t"/>
                  <a:pathLst>
                    <a:path extrusionOk="0" h="17487" w="29345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3" name="Google Shape;783;p21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rect b="b" l="l" r="r" t="t"/>
                  <a:pathLst>
                    <a:path extrusionOk="0" h="17487" w="29372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4" name="Google Shape;784;p21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rect b="b" l="l" r="r" t="t"/>
                  <a:pathLst>
                    <a:path extrusionOk="0" h="17011" w="29363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5" name="Google Shape;785;p21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rect b="b" l="l" r="r" t="t"/>
                  <a:pathLst>
                    <a:path extrusionOk="0" h="17011" w="2927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6" name="Google Shape;786;p21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7" name="Google Shape;787;p21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rect b="b" l="l" r="r" t="t"/>
                  <a:pathLst>
                    <a:path extrusionOk="0" h="17106" w="29374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8" name="Google Shape;788;p21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9" name="Google Shape;789;p21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1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rect b="b" l="l" r="r" t="t"/>
                  <a:pathLst>
                    <a:path extrusionOk="0" h="16983" w="29387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1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rect b="b" l="l" r="r" t="t"/>
                  <a:pathLst>
                    <a:path extrusionOk="0" h="17011" w="29458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1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rect b="b" l="l" r="r" t="t"/>
                  <a:pathLst>
                    <a:path extrusionOk="0" h="21809" w="3768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1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21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21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1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rect b="b" l="l" r="r" t="t"/>
                  <a:pathLst>
                    <a:path extrusionOk="0" h="16916" w="29434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1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rect b="b" l="l" r="r" t="t"/>
                  <a:pathLst>
                    <a:path extrusionOk="0" h="17047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1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rect b="b" l="l" r="r" t="t"/>
                  <a:pathLst>
                    <a:path extrusionOk="0" h="17106" w="29341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1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rect b="b" l="l" r="r" t="t"/>
                  <a:pathLst>
                    <a:path extrusionOk="0" h="17011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21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rect b="b" l="l" r="r" t="t"/>
                  <a:pathLst>
                    <a:path extrusionOk="0" h="17011" w="29291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21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rect b="b" l="l" r="r" t="t"/>
                  <a:pathLst>
                    <a:path extrusionOk="0" h="17011" w="2939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1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rect b="b" l="l" r="r" t="t"/>
                  <a:pathLst>
                    <a:path extrusionOk="0" h="17011" w="29326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1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1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1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rect b="b" l="l" r="r" t="t"/>
                  <a:pathLst>
                    <a:path extrusionOk="0" h="21745" w="3768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1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rect b="b" l="l" r="r" t="t"/>
                  <a:pathLst>
                    <a:path extrusionOk="0" h="24112" w="46109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1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rect b="b" l="l" r="r" t="t"/>
                  <a:pathLst>
                    <a:path extrusionOk="0" h="16916" w="29375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1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rect b="b" l="l" r="r" t="t"/>
                  <a:pathLst>
                    <a:path extrusionOk="0" h="17011" w="28938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1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1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rect b="b" l="l" r="r" t="t"/>
                  <a:pathLst>
                    <a:path extrusionOk="0" h="17011" w="29352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1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1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1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rect b="b" l="l" r="r" t="t"/>
                  <a:pathLst>
                    <a:path extrusionOk="0" h="17202" w="29387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" name="Google Shape;814;p21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rect b="b" l="l" r="r" t="t"/>
                  <a:pathLst>
                    <a:path extrusionOk="0" h="19393" w="34098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" name="Google Shape;815;p21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rect b="b" l="l" r="r" t="t"/>
                  <a:pathLst>
                    <a:path extrusionOk="0" h="19392" w="33778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1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rect b="b" l="l" r="r" t="t"/>
                  <a:pathLst>
                    <a:path extrusionOk="0" h="56826" w="98308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1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rect b="b" l="l" r="r" t="t"/>
                  <a:pathLst>
                    <a:path extrusionOk="0" h="16916" w="29387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1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rect b="b" l="l" r="r" t="t"/>
                  <a:pathLst>
                    <a:path extrusionOk="0" h="17106" w="29374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1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rect b="b" l="l" r="r" t="t"/>
                  <a:pathLst>
                    <a:path extrusionOk="0" h="17011" w="29313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1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1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1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rect b="b" l="l" r="r" t="t"/>
                  <a:pathLst>
                    <a:path extrusionOk="0" h="16916" w="29541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1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rect b="b" l="l" r="r" t="t"/>
                  <a:pathLst>
                    <a:path extrusionOk="0" h="17106" w="29308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21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rect b="b" l="l" r="r" t="t"/>
                  <a:pathLst>
                    <a:path extrusionOk="0" h="16916" w="29375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21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rect b="b" l="l" r="r" t="t"/>
                  <a:pathLst>
                    <a:path extrusionOk="0" h="17487" w="29333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1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rect b="b" l="l" r="r" t="t"/>
                  <a:pathLst>
                    <a:path extrusionOk="0" h="16630" w="29313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1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rect b="b" l="l" r="r" t="t"/>
                  <a:pathLst>
                    <a:path extrusionOk="0" h="17011" w="29041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1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1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rect b="b" l="l" r="r" t="t"/>
                  <a:pathLst>
                    <a:path extrusionOk="0" h="24441" w="42331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1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rect b="b" l="l" r="r" t="t"/>
                  <a:pathLst>
                    <a:path extrusionOk="0" h="17142" w="29345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1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1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1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rect b="b" l="l" r="r" t="t"/>
                  <a:pathLst>
                    <a:path extrusionOk="0" h="17011" w="29363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1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rect b="b" l="l" r="r" t="t"/>
                  <a:pathLst>
                    <a:path extrusionOk="0" h="17106" w="29244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1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1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21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rect b="b" l="l" r="r" t="t"/>
                  <a:pathLst>
                    <a:path extrusionOk="0" h="17011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" name="Google Shape;838;p21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9" name="Google Shape;839;p21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rect b="b" l="l" r="r" t="t"/>
                  <a:pathLst>
                    <a:path extrusionOk="0" h="16916" w="29291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0" name="Google Shape;840;p21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rect b="b" l="l" r="r" t="t"/>
                  <a:pathLst>
                    <a:path extrusionOk="0" h="17011" w="29376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1" name="Google Shape;841;p21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rect b="b" l="l" r="r" t="t"/>
                  <a:pathLst>
                    <a:path extrusionOk="0" h="28917" w="50834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2" name="Google Shape;842;p21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rect b="b" l="l" r="r" t="t"/>
                  <a:pathLst>
                    <a:path extrusionOk="0" h="19459" w="33968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43" name="Google Shape;843;p21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844" name="Google Shape;844;p21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845" name="Google Shape;845;p21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rect b="b" l="l" r="r" t="t"/>
                    <a:pathLst>
                      <a:path extrusionOk="0" h="386884" w="286484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" name="Google Shape;846;p21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rect b="b" l="l" r="r" t="t"/>
                    <a:pathLst>
                      <a:path extrusionOk="0" h="175524" w="284295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7" name="Google Shape;847;p21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rect b="b" l="l" r="r" t="t"/>
                    <a:pathLst>
                      <a:path extrusionOk="0" h="383687" w="277444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8" name="Google Shape;848;p21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rect b="b" l="l" r="r" t="t"/>
                    <a:pathLst>
                      <a:path extrusionOk="0" h="383687" w="277444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9" name="Google Shape;849;p21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rect b="b" l="l" r="r" t="t"/>
                    <a:pathLst>
                      <a:path extrusionOk="0" h="168020" w="277062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50" name="Google Shape;850;p21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rect b="b" l="l" r="r" t="t"/>
                  <a:pathLst>
                    <a:path extrusionOk="0" h="199929" w="3426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" name="Google Shape;851;p21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rect b="b" l="l" r="r" t="t"/>
                  <a:pathLst>
                    <a:path extrusionOk="0" h="344805" w="257645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2" name="Google Shape;852;p21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rect b="b" l="l" r="r" t="t"/>
                  <a:pathLst>
                    <a:path extrusionOk="0" h="152400" w="261072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53" name="Google Shape;853;p21"/>
            <p:cNvSpPr/>
            <p:nvPr/>
          </p:nvSpPr>
          <p:spPr>
            <a:xfrm>
              <a:off x="2723181" y="3858886"/>
              <a:ext cx="360479" cy="597446"/>
            </a:xfrm>
            <a:custGeom>
              <a:rect b="b" l="l" r="r" t="t"/>
              <a:pathLst>
                <a:path extrusionOk="0" h="597446" w="360479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2983060" y="3959444"/>
              <a:ext cx="457273" cy="356362"/>
            </a:xfrm>
            <a:custGeom>
              <a:rect b="b" l="l" r="r" t="t"/>
              <a:pathLst>
                <a:path extrusionOk="0" h="356362" w="457273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2966834" y="3952080"/>
              <a:ext cx="139371" cy="203905"/>
            </a:xfrm>
            <a:custGeom>
              <a:rect b="b" l="l" r="r" t="t"/>
              <a:pathLst>
                <a:path extrusionOk="0" h="203905" w="139371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2806828" y="3576743"/>
              <a:ext cx="227254" cy="250802"/>
            </a:xfrm>
            <a:custGeom>
              <a:rect b="b" l="l" r="r" t="t"/>
              <a:pathLst>
                <a:path extrusionOk="0" h="250802" w="227254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3061186" y="4495381"/>
              <a:ext cx="201300" cy="278129"/>
            </a:xfrm>
            <a:custGeom>
              <a:rect b="b" l="l" r="r" t="t"/>
              <a:pathLst>
                <a:path extrusionOk="0" h="278129" w="20130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3130570" y="4465187"/>
              <a:ext cx="131916" cy="77057"/>
            </a:xfrm>
            <a:custGeom>
              <a:rect b="b" l="l" r="r" t="t"/>
              <a:pathLst>
                <a:path extrusionOk="0" h="77057" w="131916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9" name="Google Shape;859;p21"/>
          <p:cNvSpPr txBox="1"/>
          <p:nvPr>
            <p:ph idx="4294967295" type="ctrTitle"/>
          </p:nvPr>
        </p:nvSpPr>
        <p:spPr>
          <a:xfrm>
            <a:off x="685800" y="1202438"/>
            <a:ext cx="43437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THANKS!</a:t>
            </a:r>
            <a:endParaRPr sz="7200"/>
          </a:p>
        </p:txBody>
      </p:sp>
      <p:sp>
        <p:nvSpPr>
          <p:cNvPr id="860" name="Google Shape;860;p21"/>
          <p:cNvSpPr txBox="1"/>
          <p:nvPr>
            <p:ph idx="4294967295" type="subTitle"/>
          </p:nvPr>
        </p:nvSpPr>
        <p:spPr>
          <a:xfrm>
            <a:off x="-910450" y="2651525"/>
            <a:ext cx="706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